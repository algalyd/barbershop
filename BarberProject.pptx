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1"/>
  </p:notesMasterIdLst>
  <p:sldIdLst>
    <p:sldId id="259" r:id="rId2"/>
    <p:sldId id="256" r:id="rId3"/>
    <p:sldId id="266" r:id="rId4"/>
    <p:sldId id="260" r:id="rId5"/>
    <p:sldId id="257" r:id="rId6"/>
    <p:sldId id="258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06-15T13:59:43.549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650388F-2072-41CC-893A-A37A6E5A1EAE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9B3B76D-D2E7-47E4-B375-35F1E91BB78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22346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417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795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9659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8446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84043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7672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0349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3848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24172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06710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032754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2810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5587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9182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05497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67167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090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3AF2528-EDC0-4430-8D18-DC82D2A5201A}" type="datetimeFigureOut">
              <a:rPr lang="he-IL" smtClean="0"/>
              <a:t>כ"ח/אלול/תשפ"ג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4FEA1-E935-4BA3-B581-A50DC3257BE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97720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1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93491CD1-8FB1-4F96-B282-A128CEB5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0630"/>
            <a:ext cx="12191999" cy="6988629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44940C74-2326-46E3-80DE-99F2C6D16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223" y="4523150"/>
            <a:ext cx="3388995" cy="223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3329BF-5F0C-46DB-8115-EE7F1BEDA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02468" y="34112"/>
            <a:ext cx="5788836" cy="1060174"/>
          </a:xfrm>
        </p:spPr>
        <p:txBody>
          <a:bodyPr/>
          <a:lstStyle/>
          <a:p>
            <a:r>
              <a:rPr lang="en-US" u="sng" dirty="0"/>
              <a:t>barber shop</a:t>
            </a:r>
            <a:endParaRPr lang="he-IL" u="sng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B8F2F4-1A32-4A2C-9BC5-55EDB44C1384}"/>
              </a:ext>
            </a:extLst>
          </p:cNvPr>
          <p:cNvSpPr txBox="1"/>
          <p:nvPr/>
        </p:nvSpPr>
        <p:spPr>
          <a:xfrm>
            <a:off x="91440" y="1972491"/>
            <a:ext cx="121920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he-IL" dirty="0"/>
          </a:p>
          <a:p>
            <a:pPr algn="r" rtl="1"/>
            <a:endParaRPr lang="he-IL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9D1FF3B-37B9-43B7-832A-716B1B06539E}"/>
              </a:ext>
            </a:extLst>
          </p:cNvPr>
          <p:cNvSpPr txBox="1"/>
          <p:nvPr/>
        </p:nvSpPr>
        <p:spPr>
          <a:xfrm>
            <a:off x="0" y="1985554"/>
            <a:ext cx="12192000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מטרת הפרויקט : לחסוך זמן יקר לשני הצדדים גם לספר וגם ללקוחות תהיה מנוהלת ע"י שני ממשקים כביכול אחד לניהול האפליקציה </a:t>
            </a:r>
          </a:p>
          <a:p>
            <a:pPr algn="r" rtl="1"/>
            <a:r>
              <a:rPr lang="he-IL" dirty="0"/>
              <a:t>ע"י הספר והממשק השני יהיה מיועד ללקוחות עצמם .</a:t>
            </a:r>
          </a:p>
          <a:p>
            <a:pPr algn="r" rtl="1"/>
            <a:r>
              <a:rPr lang="he-IL" dirty="0"/>
              <a:t>הכניסה למערכת תהיה מוצפנת לכניסה למערכת הניהול ע"י משתמש </a:t>
            </a:r>
            <a:r>
              <a:rPr lang="he-IL" dirty="0" err="1"/>
              <a:t>וססמה</a:t>
            </a:r>
            <a:r>
              <a:rPr lang="he-IL" dirty="0"/>
              <a:t> והכניסה השנייה תהיה מיועדת ללקוחות בלבד 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ממשק בעל המספרה יכלול הוספת לקוח , הסרת לקוח , צפייה ביומן התורים , יכולת לענות לתגובות של לקוחות , </a:t>
            </a:r>
          </a:p>
          <a:p>
            <a:pPr algn="r" rtl="1"/>
            <a:r>
              <a:rPr lang="he-IL" dirty="0"/>
              <a:t>הוספת מוצרים למספרה , הזמנת מוצרים מהספק ויכולת לנהל את ההזמנות מצד הלקוח בצורה מסודרת 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ממשק הלקוח יכלול הזמנת תור , ביטול תור של עצמו , יכולת צפייה ביומן השבועי של הספר </a:t>
            </a:r>
          </a:p>
          <a:p>
            <a:pPr algn="r" rtl="1"/>
            <a:r>
              <a:rPr lang="he-IL" dirty="0"/>
              <a:t>שינוי תור קיים יכולת להזמין מוצרים מהמספרה ויכולת לתת פידבקים לבעל המספרה באפליקציה שלנו 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כל הניהול של שמירת הלקוחות עם פרטיו שיכלול : שם , שם משפחה , אימייל </a:t>
            </a:r>
            <a:r>
              <a:rPr lang="he-IL" dirty="0" err="1"/>
              <a:t>ססמה</a:t>
            </a:r>
            <a:r>
              <a:rPr lang="he-IL" dirty="0"/>
              <a:t> לאפליקציה </a:t>
            </a:r>
            <a:r>
              <a:rPr lang="he-IL" dirty="0" err="1"/>
              <a:t>הכל</a:t>
            </a:r>
            <a:r>
              <a:rPr lang="he-IL" dirty="0"/>
              <a:t> יהיה שמור ב</a:t>
            </a:r>
            <a:r>
              <a:rPr lang="en-US" dirty="0"/>
              <a:t>DB</a:t>
            </a:r>
            <a:r>
              <a:rPr lang="he-IL" dirty="0"/>
              <a:t> שלנו .</a:t>
            </a:r>
          </a:p>
          <a:p>
            <a:pPr algn="r" rtl="1"/>
            <a:endParaRPr lang="he-IL" dirty="0"/>
          </a:p>
          <a:p>
            <a:pPr algn="r" rtl="1"/>
            <a:r>
              <a:rPr lang="he-IL" b="1" u="sng" dirty="0"/>
              <a:t>בעיות אפשריות : </a:t>
            </a:r>
            <a:r>
              <a:rPr lang="he-IL" dirty="0"/>
              <a:t>תגובה איטית של האפליקציה , בעיות תקשורת ובעיות אבטחת מידע לפריצה עתידית ל</a:t>
            </a:r>
            <a:r>
              <a:rPr lang="en-US" dirty="0" err="1"/>
              <a:t>db</a:t>
            </a:r>
            <a:r>
              <a:rPr lang="he-IL" dirty="0"/>
              <a:t> של הניהול </a:t>
            </a:r>
          </a:p>
          <a:p>
            <a:pPr algn="r" rtl="1"/>
            <a:r>
              <a:rPr lang="he-IL" dirty="0"/>
              <a:t>ולפרטי הלקוחות . 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13344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A64C367-EBD2-4483-AC0F-2F89C59C2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4355" y="8581"/>
            <a:ext cx="3383280" cy="1271579"/>
          </a:xfrm>
        </p:spPr>
        <p:txBody>
          <a:bodyPr/>
          <a:lstStyle/>
          <a:p>
            <a:r>
              <a:rPr lang="he-IL" b="1" u="sng" dirty="0"/>
              <a:t>מסמך דרישות </a:t>
            </a:r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5230144F-A2AA-4124-A93D-3A192BAF62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80160"/>
            <a:ext cx="1219200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39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C0300C-D266-461D-A0B2-BFDA69728655}"/>
              </a:ext>
            </a:extLst>
          </p:cNvPr>
          <p:cNvSpPr txBox="1"/>
          <p:nvPr/>
        </p:nvSpPr>
        <p:spPr>
          <a:xfrm>
            <a:off x="0" y="1985554"/>
            <a:ext cx="12192000" cy="59093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u="sng" dirty="0"/>
              <a:t>מחלקת ניהול התורים:</a:t>
            </a:r>
            <a:r>
              <a:rPr lang="he-IL" dirty="0"/>
              <a:t> מחלקה אשר קביעת התורים של הלקוחות יופיעו בה כולל היומן עצמו עם השעות </a:t>
            </a:r>
          </a:p>
          <a:p>
            <a:pPr algn="r" rtl="1"/>
            <a:r>
              <a:rPr lang="he-IL" dirty="0"/>
              <a:t>למחלקה תהיה מתודות של הוספת תור , ביטול , עדכון תור , צפייה בתור קיים . </a:t>
            </a:r>
          </a:p>
          <a:p>
            <a:pPr algn="r" rtl="1"/>
            <a:endParaRPr lang="he-IL" dirty="0"/>
          </a:p>
          <a:p>
            <a:pPr algn="r" rtl="1"/>
            <a:r>
              <a:rPr lang="he-IL" u="sng" dirty="0"/>
              <a:t>מחלקת לקוחות : </a:t>
            </a:r>
            <a:r>
              <a:rPr lang="he-IL" dirty="0"/>
              <a:t>מחלקה אשר תכלול את כל פרטי הלקוח שלנו במערכת : שם , שם משפחה , טלפון , מייל </a:t>
            </a:r>
            <a:r>
              <a:rPr lang="he-IL" dirty="0" err="1"/>
              <a:t>וכו</a:t>
            </a:r>
            <a:r>
              <a:rPr lang="he-IL" dirty="0"/>
              <a:t>'.. </a:t>
            </a:r>
          </a:p>
          <a:p>
            <a:pPr algn="r" rtl="1"/>
            <a:endParaRPr lang="he-IL" dirty="0"/>
          </a:p>
          <a:p>
            <a:pPr algn="r" rtl="1"/>
            <a:r>
              <a:rPr lang="he-IL" u="sng" dirty="0"/>
              <a:t>מחלקת הזמנות: </a:t>
            </a:r>
            <a:r>
              <a:rPr lang="he-IL" dirty="0"/>
              <a:t>מחלקת הזמנות מספקת פונקציות לניהול הזמנות של הלקוחות במספרה. היא מאפשרת הוספת הזמנה, ביטול הזמנה וניהול מצב הזמנות קיימות ותשלום של הלקוח יהיה מוצג ע"י תפריט בממשק . </a:t>
            </a:r>
          </a:p>
          <a:p>
            <a:pPr algn="r" rtl="1"/>
            <a:endParaRPr lang="he-IL" dirty="0"/>
          </a:p>
          <a:p>
            <a:pPr algn="r" rtl="1"/>
            <a:r>
              <a:rPr lang="he-IL" u="sng" dirty="0"/>
              <a:t>מחלקת תמיכה : </a:t>
            </a:r>
            <a:r>
              <a:rPr lang="he-IL" dirty="0"/>
              <a:t>מחלקה אשר יהיה ניתן לקבל תגובות של הלקוחות ישירות לבעל המספרה מידע זה ישמר ב</a:t>
            </a:r>
            <a:r>
              <a:rPr lang="en-US" dirty="0" err="1"/>
              <a:t>db</a:t>
            </a:r>
            <a:r>
              <a:rPr lang="en-US" dirty="0"/>
              <a:t> </a:t>
            </a:r>
            <a:r>
              <a:rPr lang="he-IL" dirty="0"/>
              <a:t> שלנו . </a:t>
            </a:r>
          </a:p>
          <a:p>
            <a:pPr algn="r" rtl="1"/>
            <a:endParaRPr lang="he-IL" dirty="0"/>
          </a:p>
          <a:p>
            <a:pPr algn="r" rtl="1"/>
            <a:r>
              <a:rPr lang="he-IL" u="sng" dirty="0"/>
              <a:t>מחלקת </a:t>
            </a:r>
            <a:r>
              <a:rPr lang="en-US" u="sng" dirty="0"/>
              <a:t>DB</a:t>
            </a:r>
            <a:r>
              <a:rPr lang="he-IL" dirty="0"/>
              <a:t> : במחלקה הזאת יהיה כל אופן הניהול של שמירת הנתונים של כל מחלקה ותהיה מקושרת ישירות ל</a:t>
            </a:r>
            <a:r>
              <a:rPr lang="en-US" dirty="0" err="1"/>
              <a:t>mongodb</a:t>
            </a:r>
            <a:r>
              <a:rPr lang="he-IL" dirty="0"/>
              <a:t> </a:t>
            </a:r>
          </a:p>
          <a:p>
            <a:pPr algn="r" rtl="1"/>
            <a:endParaRPr lang="he-IL" dirty="0"/>
          </a:p>
          <a:p>
            <a:pPr algn="r" rtl="1"/>
            <a:r>
              <a:rPr lang="he-IL" u="sng" dirty="0"/>
              <a:t>מחלקת מוצרים : </a:t>
            </a:r>
            <a:r>
              <a:rPr lang="he-IL" dirty="0"/>
              <a:t>מחלקת המוצרים תכלול את כל המוצרים במספרה השליטה של המחלקה תהיה מצד בעל המספרה בלבד מבחינת </a:t>
            </a:r>
          </a:p>
          <a:p>
            <a:pPr algn="r" rtl="1"/>
            <a:r>
              <a:rPr lang="he-IL" dirty="0"/>
              <a:t>הוספת מוצר , הזמנת מוצר , הסרת מוצר קיים .</a:t>
            </a:r>
          </a:p>
          <a:p>
            <a:pPr algn="r" rtl="1"/>
            <a:r>
              <a:rPr lang="he-IL" dirty="0"/>
              <a:t>בצד הלקוח יהיה לו את האפשרות לבחור את המוצרים שהוא רוצה , מחיר המוצר וקבלה של פירוט המוצרים שרכש בחנות . </a:t>
            </a:r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  <a:p>
            <a:pPr algn="r" rtl="1"/>
            <a:endParaRPr lang="he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4F174-43AE-452F-B7A1-1305E2C23185}"/>
              </a:ext>
            </a:extLst>
          </p:cNvPr>
          <p:cNvSpPr txBox="1"/>
          <p:nvPr/>
        </p:nvSpPr>
        <p:spPr>
          <a:xfrm>
            <a:off x="2616927" y="404949"/>
            <a:ext cx="7075713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6000" b="1" u="sng" dirty="0"/>
              <a:t>פונקציות המערכת </a:t>
            </a:r>
          </a:p>
        </p:txBody>
      </p:sp>
    </p:spTree>
    <p:extLst>
      <p:ext uri="{BB962C8B-B14F-4D97-AF65-F5344CB8AC3E}">
        <p14:creationId xmlns:p14="http://schemas.microsoft.com/office/powerpoint/2010/main" val="3431586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1D89B6-7FE7-4E29-AF82-EB7CCA17DC95}"/>
              </a:ext>
            </a:extLst>
          </p:cNvPr>
          <p:cNvSpPr txBox="1"/>
          <p:nvPr/>
        </p:nvSpPr>
        <p:spPr>
          <a:xfrm>
            <a:off x="0" y="1985554"/>
            <a:ext cx="11521439" cy="313932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endParaRPr lang="en-US" dirty="0"/>
          </a:p>
          <a:p>
            <a:pPr algn="r" rtl="1"/>
            <a:r>
              <a:rPr lang="he-IL" dirty="0"/>
              <a:t>תכנון המערכת נעשה בזה שניסנו להבין איזה תכונות ואיזה פונקציות יהיו בכל מחלקה ומחלקה במערכת שלנו כמו ניהול כניסת הממשק ,ניהול לקוחות , ניהול מלאי ,ניהול הזמנות </a:t>
            </a:r>
            <a:r>
              <a:rPr lang="he-IL" dirty="0" err="1"/>
              <a:t>וכו</a:t>
            </a:r>
            <a:r>
              <a:rPr lang="he-IL" dirty="0"/>
              <a:t>'.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לאחר מכן יצרנו מודל שישמור לנו את כל הנתונים ב</a:t>
            </a:r>
            <a:r>
              <a:rPr lang="en-US" dirty="0"/>
              <a:t>mongo DB</a:t>
            </a:r>
            <a:r>
              <a:rPr lang="he-IL" dirty="0"/>
              <a:t> וכל פעם ישמור את הנתונים גם לאחר יציאה מן המערכת עצמה ולא ימחק או ידרוס נתונים בממשק . 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בנוסף יצרנו ממשק משתמש ובדיקות של הקוד לכל מחלקה לראות אם יש שגיאות והקוד יכול לרוץ תקין 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בסופו של התהליך ניסנו לזהות איפה יכולים להיות לנו שגיאות בקוד ובהתאם לזה לנסות לתקן זאת על מנת שהמערכת לא תקרוס לנו 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8C57269-4394-4926-8F35-3EF5F1C307A1}"/>
              </a:ext>
            </a:extLst>
          </p:cNvPr>
          <p:cNvSpPr txBox="1"/>
          <p:nvPr/>
        </p:nvSpPr>
        <p:spPr>
          <a:xfrm>
            <a:off x="1449977" y="718457"/>
            <a:ext cx="9575073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6000" b="1" u="sng" dirty="0"/>
              <a:t>אופן חשיבת בניית המערכת </a:t>
            </a:r>
          </a:p>
        </p:txBody>
      </p:sp>
    </p:spTree>
    <p:extLst>
      <p:ext uri="{BB962C8B-B14F-4D97-AF65-F5344CB8AC3E}">
        <p14:creationId xmlns:p14="http://schemas.microsoft.com/office/powerpoint/2010/main" val="2752947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00F2FF3-1366-40EA-BE3F-A8BECDA0539F}"/>
              </a:ext>
            </a:extLst>
          </p:cNvPr>
          <p:cNvSpPr txBox="1"/>
          <p:nvPr/>
        </p:nvSpPr>
        <p:spPr>
          <a:xfrm flipH="1">
            <a:off x="770709" y="431074"/>
            <a:ext cx="9636034" cy="452431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b="1" u="sng" dirty="0"/>
              <a:t>תכונות המערכת:</a:t>
            </a:r>
          </a:p>
          <a:p>
            <a:pPr algn="r" rtl="1"/>
            <a:endParaRPr lang="he-IL" b="1" u="sng" dirty="0"/>
          </a:p>
          <a:p>
            <a:pPr algn="r" rtl="1"/>
            <a:r>
              <a:rPr lang="he-IL" dirty="0"/>
              <a:t>כל מחלקה תכלול בהתאם לתכונות שלה את שם המחלקה , תיאור התכונה , כל פרטי הלקוח\המספרה </a:t>
            </a:r>
          </a:p>
          <a:p>
            <a:pPr algn="r" rtl="1"/>
            <a:r>
              <a:rPr lang="he-IL" dirty="0"/>
              <a:t>בהתאם לייעוד המחלקה במערכת שלנו .</a:t>
            </a:r>
          </a:p>
          <a:p>
            <a:pPr algn="r" rtl="1"/>
            <a:endParaRPr lang="he-IL" dirty="0"/>
          </a:p>
          <a:p>
            <a:pPr algn="r" rtl="1"/>
            <a:r>
              <a:rPr lang="he-IL" b="1" u="sng" dirty="0"/>
              <a:t>דגשי חשיבות:</a:t>
            </a:r>
          </a:p>
          <a:p>
            <a:pPr algn="r" rtl="1"/>
            <a:r>
              <a:rPr lang="he-IL" dirty="0"/>
              <a:t>שיפור חוויית הלקוח: מערכת הניהול מאפשרת שיפור חוויית הלקוח על ידי מענה מהיר ואיכותי להזמנות, אופן קביעת התורים והצגתם בממשק הספר בצורה נוחה ומסודרת.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אפקטיביות ויעילות: המערכת מסייעת בניהול המספרה בצורה יעילה יותר, כולל ניהול מלאי, ניהול היומן של הספר והזמנות, מה שמפחית את הזמן והמאמץ הנדרש לביצוע משימות.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דיווח וניתוח: המערכת מספקת מידע רלוונטי ודיווחים שמאפשרים ניתוח וניהול נתונים בזמן אמת</a:t>
            </a:r>
          </a:p>
          <a:p>
            <a:pPr algn="r" rtl="1"/>
            <a:r>
              <a:rPr lang="he-IL" dirty="0"/>
              <a:t>של הלקוח כל המטרה לחסוך זמן יקר והתעסקות של הספר עם הלקוחות ויכולת למכור מוצרים </a:t>
            </a:r>
          </a:p>
          <a:p>
            <a:pPr algn="r" rtl="1"/>
            <a:r>
              <a:rPr lang="he-IL" dirty="0"/>
              <a:t>של המספרה ברשת ולא רק בצורה פיזית . 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84143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259428-CFC9-42A1-ACBC-284D3EA99AA0}"/>
              </a:ext>
            </a:extLst>
          </p:cNvPr>
          <p:cNvSpPr txBox="1"/>
          <p:nvPr/>
        </p:nvSpPr>
        <p:spPr>
          <a:xfrm>
            <a:off x="313507" y="203812"/>
            <a:ext cx="278238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Class </a:t>
            </a:r>
            <a:r>
              <a:rPr lang="en-US" dirty="0" err="1"/>
              <a:t>Diagramam</a:t>
            </a:r>
            <a:endParaRPr lang="he-IL" dirty="0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23A90BAD-A8E9-4B94-86F0-71C378274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73144"/>
            <a:ext cx="12192001" cy="705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21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blob:https://web.whatsapp.com/729ada4c-9bde-4ee3-bcf0-03f326e0ef72">
            <a:extLst>
              <a:ext uri="{FF2B5EF4-FFF2-40B4-BE49-F238E27FC236}">
                <a16:creationId xmlns:a16="http://schemas.microsoft.com/office/drawing/2014/main" id="{7B92A496-7632-4A89-998B-9DBAD83996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6" name="תמונה 5">
            <a:extLst>
              <a:ext uri="{FF2B5EF4-FFF2-40B4-BE49-F238E27FC236}">
                <a16:creationId xmlns:a16="http://schemas.microsoft.com/office/drawing/2014/main" id="{36439348-8E08-45C6-9E02-2935F8D7D0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4948"/>
            <a:ext cx="12192000" cy="645305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5AD217-170E-492C-9B5F-BF5C17DE6A6B}"/>
              </a:ext>
            </a:extLst>
          </p:cNvPr>
          <p:cNvSpPr txBox="1"/>
          <p:nvPr/>
        </p:nvSpPr>
        <p:spPr>
          <a:xfrm>
            <a:off x="91440" y="35616"/>
            <a:ext cx="257338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u="sng" dirty="0"/>
              <a:t>Use Case Diagram</a:t>
            </a:r>
            <a:endParaRPr lang="he-IL" b="1" u="sng" dirty="0"/>
          </a:p>
        </p:txBody>
      </p:sp>
    </p:spTree>
    <p:extLst>
      <p:ext uri="{BB962C8B-B14F-4D97-AF65-F5344CB8AC3E}">
        <p14:creationId xmlns:p14="http://schemas.microsoft.com/office/powerpoint/2010/main" val="905777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BEC5C34D-E2A3-4BE9-9C2A-BE3F928E1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721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510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יונים">
  <a:themeElements>
    <a:clrScheme name="יונים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יונים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יונים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1156</TotalTime>
  <Words>582</Words>
  <Application>Microsoft Office PowerPoint</Application>
  <PresentationFormat>מסך רחב</PresentationFormat>
  <Paragraphs>59</Paragraphs>
  <Slides>9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Times New Roman</vt:lpstr>
      <vt:lpstr>Wingdings 3</vt:lpstr>
      <vt:lpstr>יונים</vt:lpstr>
      <vt:lpstr>מצגת של PowerPoint‏</vt:lpstr>
      <vt:lpstr>barber shop</vt:lpstr>
      <vt:lpstr>מסמך דרישות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system</dc:title>
  <dc:creator>user</dc:creator>
  <cp:lastModifiedBy>user</cp:lastModifiedBy>
  <cp:revision>30</cp:revision>
  <dcterms:created xsi:type="dcterms:W3CDTF">2023-06-13T08:14:42Z</dcterms:created>
  <dcterms:modified xsi:type="dcterms:W3CDTF">2023-09-14T13:41:52Z</dcterms:modified>
</cp:coreProperties>
</file>